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Pendaftaran Lomba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Design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Informasi dan Pendaftaran Lomba Tingkat Mahasiswa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50292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•  CSS  •  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&amp; Tujuan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informasi lomba web design bagi mahasiswa yang tersebar dan sulit dipantau — jadwal, deadline, dan syarat pendaftaran seringkali tidak terpusat di satu tempat.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Website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Menyajikan daftar lomba secara terpusat dan mudah dicari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informasi tanggal, deadline, biaya, dan status lomba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form pendaftaran tim beserta validasi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hitung mundur (countdown) menuju deadline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7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83080"/>
            <a:ext cx="56692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12280" y="1737360"/>
            <a:ext cx="658368" cy="658368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9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745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2606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Single-Page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58000" y="30175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fitur — daftar lomba, filter, dan form pendaftaran — berjalan dalam satu halaman HTML menggunakan JavaScript murni (vanilla JS), tanpa reload halaman.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0" y="4251960"/>
            <a:ext cx="4206240" cy="0"/>
          </a:xfrm>
          <a:prstGeom prst="line">
            <a:avLst/>
          </a:prstGeom>
          <a:noFill/>
          <a:ln w="12700">
            <a:solidFill>
              <a:srgbClr val="CBD9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858000" y="4983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Lomba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32104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8321040" y="4983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Validasi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78408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9784080" y="4983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(SPA)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Teknologi yang Digunakan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murni dengan teknologi front-end dasar, tanpa framework tambahan.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halaman: header, filter pencarian, daftar kartu lomba, dan form pendaftaran.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945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3591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35204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letak grid responsif, kartu (card) dengan bayangan, serta styling tombol dan form.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1945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359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35204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render data, filter &amp; pencarian real-time, validasi form, dan perhitungan countdown.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Halaman Utama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filter pencarian, dan daftar kartu lomba (card grid)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895448" y="1508760"/>
            <a:ext cx="7132320" cy="430911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rop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6888" y="1600200"/>
            <a:ext cx="6949440" cy="41262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52560" y="1737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7" name="Text 4"/>
          <p:cNvSpPr/>
          <p:nvPr/>
        </p:nvSpPr>
        <p:spPr>
          <a:xfrm>
            <a:off x="9235440" y="1874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&amp; Filter
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nama, kategori, dan status lomba secara real-time.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052560" y="33375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9" name="Text 6"/>
          <p:cNvSpPr/>
          <p:nvPr/>
        </p:nvSpPr>
        <p:spPr>
          <a:xfrm>
            <a:off x="9235440" y="34747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Otomatis
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sisa hari menuju deadline setiap lomba.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Filter &amp; Pencarian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lomba diperbarui secara langsung tanpa reload halaman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94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932" y="2359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Pengguna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mengetik kata kunci nama lomba, atau memilih kategori/status.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55264" y="35661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328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0540" y="2194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3" name="Image 1" descr="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3591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Filter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66160" y="35204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menyaring array data lomba sesuai kata kunci, kategori &amp; status.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98464" y="35661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12648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63740" y="2194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0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235915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093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Ulang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309360" y="35204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tampil() membangun ulang kartu lomba yang sesuai hasil filter.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741664" y="35661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886968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806940" y="21945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7" name="Image 3" descr="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532" y="235915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0525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Countdown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052560" y="35204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hari dari tanggal sekarang ke deadline dihitung ulang di setiap kartu.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Data Lomba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disimpan sebagai array of object di dalam JavaScript (belum terhubung database)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2194560"/>
        </p:xfrm>
        <a:graphic>
          <a:graphicData uri="http://schemas.openxmlformats.org/drawingml/2006/table">
            <a:tbl>
              <a:tblPr/>
              <a:tblGrid>
                <a:gridCol w="3383280"/>
                <a:gridCol w="1554480"/>
                <a:gridCol w="1463040"/>
                <a:gridCol w="1463040"/>
                <a:gridCol w="137160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Nama Lomba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Kategori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Tanggal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Biaya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Web Design Competition 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Tim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20-08-2026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10-08-2026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Rp 50.000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</a:rPr>
                        <a:t>Dibuka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UI UX Challenge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Individu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10-09-2026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30-08-2026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Rp 25.000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</a:rPr>
                        <a:t>Dibuka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Frontend Battle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05-10-2026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25-09-2026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Gratis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</a:rPr>
                        <a:t>Ditutup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lomba memiliki: id, namaLomba, kategori, tanggal, deadline, biaya, status, dan deskripsi.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7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" y="5029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148072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493776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Countdown:  </a:t>
            </a:r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= deadline − tanggal sekarang (dibulatkan ke atas, dalam satuan hari). Jika hasilnya negatif, kartu menampilkan “Deadline Berakhir”.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Pendaftaran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harus diisi peserta sebelum mendaftar lomba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389120" cy="1957388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rop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206240" cy="1774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yang Diisi Peserta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0" y="20574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Ketua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(khusus angka)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(format valid)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Tim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Karakter Nama Tim (live counter)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Lomba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Syarat &amp; Ketentuan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Form &amp; Hasil Pendaftaran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3093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Validasi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5669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Ketua tidak boleh kosong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wajib diisi dan harus berupa angka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harus sesuai format standar (regex)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Tim tidak boleh kosong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lomba wajib dipilih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persetujuan syarat &amp; ketentuan wajib dicentang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78040" y="1371600"/>
            <a:ext cx="4343400" cy="4389120"/>
          </a:xfrm>
          <a:prstGeom prst="roundRect">
            <a:avLst>
              <a:gd name="adj" fmla="val 2526"/>
            </a:avLst>
          </a:prstGeom>
          <a:solidFill>
            <a:srgbClr val="0B3D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0" y="169164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8288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1737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Berhasil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0" y="242316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semua validasi lolos, sistem membuat nomor pendaftaran acak (format LMB-XXXXX) dan menampilkan ringkasan data pendaftar di halaman yang sama.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98080" y="3886200"/>
            <a:ext cx="3703320" cy="0"/>
          </a:xfrm>
          <a:prstGeom prst="line">
            <a:avLst/>
          </a:prstGeom>
          <a:noFill/>
          <a:ln w="12700">
            <a:solidFill>
              <a:srgbClr val="3A6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40690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9F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Pendaftaran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98080" y="439826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9F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Ketua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98080" y="472744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9F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98080" y="505663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9F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498080" y="53858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9F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Tim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498080" y="57150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9FC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8778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ini memusatkan informasi lomba web design dalam satu halaman yang interaktif.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pencarian, filter, dan countdown mempermudah mahasiswa memantau lomba yang relevan.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pendaftaran dilengkapi validasi untuk memastikan data yang masuk lengkap dan benar.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lanjutan dapat menambahkan penyimpanan data (database) dan sistem login peserta.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— Pendaftaran Lomba Web Design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Pendaftaran Lomba Web Design</dc:title>
  <dc:subject>PptxGenJS Presentation</dc:subject>
  <dc:creator>Kelompok 6</dc:creator>
  <cp:lastModifiedBy>Kelompok 6</cp:lastModifiedBy>
  <cp:revision>1</cp:revision>
  <dcterms:created xsi:type="dcterms:W3CDTF">2026-07-07T05:53:28Z</dcterms:created>
  <dcterms:modified xsi:type="dcterms:W3CDTF">2026-07-07T05:53:28Z</dcterms:modified>
</cp:coreProperties>
</file>